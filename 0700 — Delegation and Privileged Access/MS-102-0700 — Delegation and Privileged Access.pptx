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13521-4848-5FAD-55B4-AFEFE09ADA3F}" v="3" dt="2026-08-20T00:27:4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"/>
            <a:ext cx="9144000" cy="5486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· ADMINISTRACIÓN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permisos y privilegios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delegada · Grupos de roles · Unidades administrativas · Permisos de SharePoint · Privileged Identity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280160" cy="41148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del módulo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F4C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del módulo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447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399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delegada a partners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3990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Autorización, roles Full y Limited y buenas prácticas de delegación.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84248"/>
            <a:ext cx="813816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84248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03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de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de roles a grupos, protección y requisitos de licencia.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642616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614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715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administrativas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2715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 permisos por división, geografía o suborganización.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00984"/>
            <a:ext cx="813816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00984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198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3741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de SharePoint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33741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Prevención del uso compartido excesivo de datos (oversharing).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59352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959352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782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032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Privileged Identity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40325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just-in-time y elevación controlada de privilegios.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Delegar la administración a partners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40280" y="2852928"/>
            <a:ext cx="1097280" cy="27432"/>
          </a:xfrm>
          <a:prstGeom prst="rect">
            <a:avLst/>
          </a:prstGeom>
          <a:solidFill>
            <a:srgbClr val="7FB3E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035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delegada, roles asignados por el partner y buenas prácticas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delegada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organización sin administradores internos puede externalizar la administración de Microsoft 365 a un partner de Microsoft. El partner inicia el proceso enviando un correo para solicitar permiso para actuar como administrador en su nombre.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93192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la oferta del partner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25786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correo del partner y revisar los términos.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30358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el enlace para autorizar el acuerdo.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34930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Delegated administration, seleccionar Yes.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39502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la cuenta del tenant si la oferta incluye suscripción.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011680"/>
            <a:ext cx="393192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0116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administradores delegados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060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25786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Active users en el Centro de administración.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06324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21808" y="30358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Filter.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37760" y="35204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34930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cualquiera de los roles asignados en la lista.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hay ninguno: “There are no delegated administrators associated with your account.”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 administración establecidos por partners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partner puede asignar roles a agentes de soporte de su organización y a usuarios del cliente. Existen dos roles disponibles.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27432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Administration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34747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Usuarios, cuentas, licencias, dominios y servicios.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 usuarios y asignación de roles y permisos.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Configuraciones de seguridad, como políticas de contraseñas.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Suscripciones: compra y asignación de licencias.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Online, correo y buzones.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los datos de la organización.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Sitios y archivos de SharePoint Online.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31920" cy="27432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830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Administration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50008"/>
            <a:ext cx="34747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y modificar cuentas de usuario.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Restablecer contraseñas.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membresías de grupos.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estado del servicio y soporte.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y administrar tickets de soporte.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permite administrar dominios, suscripciones ni seguridad.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 para la administración delegada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Evaluar cuidadosamente el nivel de confianza y acceso concedido al partner, y verificar que los roles se ajusten a los requisitos de seguridad y cumplimiento.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883664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188366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87168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Diseñar una matriz que distribuya los roles según el modelo operativo de la organización.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9464" y="1920240"/>
            <a:ext cx="1883664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9464" y="1920240"/>
            <a:ext cx="188366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2103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98064" y="2487168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Documentar y auditar los roles administrativos y los privilegios asociados.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6008" y="1920240"/>
            <a:ext cx="1883664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6008" y="1920240"/>
            <a:ext cx="188366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103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4608" y="2487168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Actualizar, modificar o eliminar los roles cuando cambien las necesidades.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02552" y="1920240"/>
            <a:ext cx="1883664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1920240"/>
            <a:ext cx="188366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2103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31152" y="2487168"/>
            <a:ext cx="1426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 aprobación de la dirección para el diseño final de los roles.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capacidades y permisos pueden cambiar con el tiempo: consultar la documentación oficial de Microsoft o al partner para obtener información actualizada.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grupos de roles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40280" y="2852928"/>
            <a:ext cx="1097280" cy="27432"/>
          </a:xfrm>
          <a:prstGeom prst="rect">
            <a:avLst/>
          </a:prstGeom>
          <a:solidFill>
            <a:srgbClr val="7FB3E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035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roles a grupos, protegerlos y hacerlos elegibles mediante PIM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de los grupos de roles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grupos de roles permiten asignar roles a un grupo en lugar de a usuarios individuales. Pueden incluir roles integrados de Microsoft 365 y roles personalizados de la organización.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7452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Simplifican la asignación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único grupo en lugar de múltiples asignaciones individuales, con permisos consistentes.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87452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cumplimiento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Facilitan el mínimo privilegio y la separación de funciones.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Productividad y colaboración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67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Agrupan usuarios según sus roles y responsabilidades.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20040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sencilla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767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o quitar miembros asigna o retira los roles indirectamente.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 con grupos de roles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265176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grupos integrados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21945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ofrece grupos predefinidos para escenarios habituales.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Helpdesk Administrator.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Support Administrator.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Reader.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grupos personalizados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212848"/>
            <a:ext cx="21945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los grupos integrados no cubren las necesidades.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el principio de mínimo privilegio.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la separación de funciones.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56032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5603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y actualizar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212848"/>
            <a:ext cx="21031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Ajustar roles y miembros ante cambios de requisitos.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Considerar cambios de servicios y responsabilidades.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cuando cambien los integrantes de la organización.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grupos de roles personalizados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grupo de seguridad o de Microsoft 365 debe ser role-assignable: la propiedad isAssignableToRole debe establecerse en true.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27432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admin center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23500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grupo de seguridad, marcar “Azure AD roles can be assigned to the group”.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288036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grupo de Microsoft 365, Privacy = Private y permitir roles de administrador.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38144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3410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grupo ya creado y asignarle los roles.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68496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394106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los usuarios como miembros.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783080"/>
            <a:ext cx="3931920" cy="27432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7830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admin center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3774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23500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Establecer “Microsoft Entra roles can be assigned to the group” en Yes.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907792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21808" y="288036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uno o más roles de Microsoft Entra durante la creación.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438144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3410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los usuarios como miembros del grupo.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mediante Microsoft Graph PowerShell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3441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el grupo con New-MgGroup y -IsAssignableToRole:$true.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20299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 la definición del rol con Get-MgRoleManagementDirectoryRoleDefinition.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27157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el rol al grupo con New-MgRoleManagementDirectoryRoleAssignment.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4343400" cy="31546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325880"/>
            <a:ext cx="434340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B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Connect-MgGraph -Scopes "Group.ReadWrite.All"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$group = New-MgGroup -SecurityEnabled -MailEnabled:$false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-DisplayName "Contoso_Helpdesk_Administrators"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-MailNickName "contosohelpdeskadministrators"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-IsAssignableToRole:$true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$roleDefinition = Get-MgRoleManagementDirectoryRoleDefinition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-Filter "displayName eq 'Helpdesk Administrator'"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$roleAssignment = New-MgRoleManagementDirectoryRoleAssignment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-DirectoryScopeId '/' -PrincipalId $group.Id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-RoleDefinitionId $roleDefinition.Id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 de los grupos de roles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administrador que pueda modificar la membresía podría agregarse a sí mismo y elevar sus privilegios. Por eso la membresía es de tipo Assigned y solo administradores autorizados, como los Global Administrators, pueden gestionarla.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8138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isAssignableToRole es inmutable tras la creación del grupo.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grupo existente no puede convertirse en grupo de roles.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Máximo de 500 grupos de roles por organización de Microsoft Entra.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Global Administrators y Privileged Role Administrators pueden crearlos; la administración puede delegarse a propietarios.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membresía debe ser Assigned: no se admiten grupos dinámicos.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requiere RoleManagement.ReadWrite.Directory; Group.ReadWrite.All no basta.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Privileged Authentication Administrator o Global Administrator puede cambiar credenciales, MFA o atributos sensibles.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admite el anidamiento de grupos.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Elegibilidad mediante PIM y licencias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93776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493776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un grupo elegible con PIM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448056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 que los miembros tengan acceso permanente a un rol.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miembro activa la asignación durante un período determinado.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elevar privilegios en roles de Microsoft Entra, Microsoft recomienda exigir un proceso de aprobación.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asignaciones activables sin aprobación pueden suponer un riesgo de seguridad con administradores menos privilegiados.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371600"/>
            <a:ext cx="301752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371600"/>
            <a:ext cx="30175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de licencia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01168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P1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Necesario para utilizar grupos de roles.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P2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Necesario para usar PIM y la activación de roles just-in-time.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administrativas en Microsoft Entra ID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40280" y="2852928"/>
            <a:ext cx="1097280" cy="27432"/>
          </a:xfrm>
          <a:prstGeom prst="rect">
            <a:avLst/>
          </a:prstGeom>
          <a:solidFill>
            <a:srgbClr val="7FB3E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035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Limitar el alcance de los permisos a una parte concreta de la organización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una unidad administrativa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 de Microsoft Entra que funciona como contenedor de usuarios, grupos o dispositivos y permite limitar el alcance de los permisos de un rol a una parte específica de la organización. Un usuario puede pertenecer a varias unidades, por ejemplo una por geografía y otra por división.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931920" cy="2377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delegación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3474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Delegar el rol Helpdesk Administrator a especialistas regionales.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especialista administra únicamente los usuarios de su región.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Útil en organizaciones con divisiones independientes.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103120"/>
            <a:ext cx="3931920" cy="2377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0312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Escenario: universidad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26243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una unidad para la School of Business.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06324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21808" y="30358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únicamente sus estudiantes y personal.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347472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21808" y="344728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 rol con permisos limitados a esa unidad.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88620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21808" y="38587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el equipo de TI de la escuela a ese rol.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Licencias, herramientas y estructura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265176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de licencia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21945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administrador de una unidad: Microsoft Entra Premium P1.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miembro de una unidad: Microsoft Entra Free.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reglas de membresía dinámica: Premium P1 por miembro.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de administración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212848"/>
            <a:ext cx="21945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admin center.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API.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560320" cy="3017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5603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Estructuras representables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212848"/>
            <a:ext cx="21031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 geográficos de la organización.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Suborganizaciones semiautónomas.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Divisiones organizativas.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estructura se define según las necesidades y el uso previsto en los servicios de Microsoft 365.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adopción y escenarios compatibles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ADOPCIÓN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3931920" cy="822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2024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Adopción inicial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crean unidades según los criterios iniciales; su número puede crecer mientras se refinan.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3931920" cy="822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88036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Poda (pruning)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eliminan las unidades que ya no son necesarias.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3931920" cy="822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4048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Estabilización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Definida la estructura, el número de unidades no cambia significativamente.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ESCENARIOS COMPATIBLES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645920"/>
            <a:ext cx="3931920" cy="2880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64592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8288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Global o Privileged Role Administrator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468880"/>
            <a:ext cx="34747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unidades administrativas.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usuarios, grupos o dispositivos.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usuarios o dispositivos mediante reglas de membresía dinámica.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personal de TI a roles con alcance sobre unidades administrativas.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con alcance pueden hacer administración básica de usuarios desde el Centro de administración de Microsoft 365.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real de las unidades administrativas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limitan únicamente los permisos de administración.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impiden que usuarios o administradores usen sus permisos predeterminados para consultar otros usuarios, grupos o recursos fuera de la unidad.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Centro de administración de Microsoft 365 puede filtrar los usuarios visibles para un administrador con alcance…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…pero ese administrador puede consultar otros usuarios desde Microsoft Entra admin center, PowerShell y otros servicios.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hay funciones a nivel de organización para un rol con alcance de unidad: solo se admiten las funcionalidades indicadas.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27248"/>
            <a:ext cx="8138160" cy="137160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127248"/>
            <a:ext cx="813816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101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9417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administrativas no pueden anidarse.</a:t>
            </a:r>
            <a:endParaRPr lang="en-US" sz="10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de cuentas con alcance de unidad no pueden crear ni eliminar usuarios.</a:t>
            </a:r>
            <a:endParaRPr lang="en-US" sz="10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asignación con alcance no alcanza a los miembros de un grupo agregado, salvo que se agreguen directamente a la unidad.</a:t>
            </a:r>
            <a:endParaRPr lang="en-US" sz="10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Actualmente no están incluidas en Microsoft Entra Identity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unidades administrativas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68833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/ PowerShell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 admin center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 admin center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Crear o eliminar unidades administrativas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 o quitar miembros individualmente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 o quitar miembros mediante archivos CSV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previsto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Asignar administradores con alcance de unidad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 o quitar usuarios o dispositivos con reglas (preview)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 o quitar grupos dinámicamente mediante reglas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usuarios y grupos con alcance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USUARIOS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1554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/ 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Propiedades y contraseñas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Licencias de usuarios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Bloquear o desbloquear inicios de sesión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Credenciales de MFA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</a:t>
            </a:r>
            <a:endParaRPr lang="en-US" sz="10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93592"/>
          <a:ext cx="8138160" cy="93268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/ 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Propiedades y membresía de grupos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Licencias de grupos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Dispositivos y administración de permisos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DISPOSITIVOS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3268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/ 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M365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Habilitar, deshabilitar o eliminar dispositivos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Leer claves de recuperación de BitLocker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2606040"/>
            <a:ext cx="3931920" cy="1874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60604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personalizados con alcance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17296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pueden crear roles personalizados limitados a una unidad concreta.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existe un rol con alcance global sobre todas las unidades.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Alternativa: crear un rol personalizado y asignarlo individualmente en cada unidad.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2606040"/>
            <a:ext cx="3931920" cy="18745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60604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788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dentro de una unidad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317296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un grupo afecta al grupo en sí, no a sus miembros.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debe al modelo RBAC de Microsoft Entra ID.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administrar métodos de autenticación de esos usuarios, hay que agregarlos directamente a la unidad.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 de SharePoint y oversharing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40280" y="2852928"/>
            <a:ext cx="1097280" cy="27432"/>
          </a:xfrm>
          <a:prstGeom prst="rect">
            <a:avLst/>
          </a:prstGeom>
          <a:solidFill>
            <a:srgbClr val="7FB3E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035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que el contenido quede accesible para una audiencia más amplia de la prevista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el oversharing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oversharing ocurre cuando contenido de SharePoint queda accesible para una audiencia más amplia de la prevista.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Causas habituales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3474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archivos críticos en ubicaciones accesibles para demasiadas personas, incluidos externos.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Compartir con grupos grandes en lugar de personas específicas.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revisar los permisos al cargar archivos.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31920" cy="17373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8308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50008"/>
            <a:ext cx="3474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y Microsoft Copilot usan los datos sobre los que el usuario tiene al menos permisos de View.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contenido ampliamente compartido puede aparecer ante usuarios que ignoran que tienen acceso.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 de exponer información sensible a destinatarios no previstos.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8138160" cy="59436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703320"/>
            <a:ext cx="4572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76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deben usar el modelo de permisos de SharePoint para que usuarios y grupos accedan únicamente al contenido que les corresponde. Algunas funcionalidades requieren licencia de SharePoint Advanced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1 · Revisar los controles de uso compartido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People Picker permite buscar y seleccionar usuarios, grupos y claims al asignar permisos. Su opción Everyone Except External Users incluye a todos los usuarios internos y excluye a los externos, lo que puede provocar oversharing con una audiencia interna demasiado amplia.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los controles de uso compartido a nivel de sitio y deshabilitar Everyone Except External Users; los usuarios pueden seguir compartiendo con personas o grupos concretos.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Promover el uso cuidadoso de permisos a nivel de sitio, biblioteca y carpeta, y educar sobre los riesgos del oversharing.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Formar a los administradores de sitios en los controles disponibles para restringir el uso compartido.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a los Site Owners como destinatarios de las solicitudes de acceso.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Ocultar del People Picker los permisos de alcance amplio para evitar su uso accidental.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Cambiar los vínculos predeterminados de toda la organización a vínculos para personas específicas.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Pasos 2 y 3 · Identificar riesgos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3108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2 · Sitios inactivos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34747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sitios inactivos durante mucho tiempo para reducir la superficie de contenido potencialmente sobrecompartido.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 las Inactive Site Policies de SharePoint Advanced Management.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Restringir permisos mediante Restricted Access Control.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 los sitios cuando corresponda.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31920" cy="3108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3 · Contenido sobrecompartido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38528"/>
            <a:ext cx="34747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los informes del Centro de administración de SharePoint para detectar uso compartido amplio.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informes de Data Access Governance analizan los últimos 28 días: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Everyone Except External Users.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Vínculos People in your organization.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Vínculos Anyone.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Descargables en CSV; también se pueden crear informes personalizados con Microsoft Graph Data Connect for SharePoint.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4 · Aplicar acciones de corrección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acciones deben considerar la sensibilidad de los datos, la gravedad del oversharing y la necesidad de mantener las operaciones del negocio.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931920" cy="269748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8308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inmediata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347472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una Restricted Access Control Policy para el sitio.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acceso existente queda restringido al grupo configurado y solo ese grupo ve el contenido.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política funciona tanto en OneDrive como en SharePoint.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Change History para determinar quién, cómo y cuándo provocó el oversharing.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31920" cy="269748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78308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Intervención de los propietarios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50008"/>
            <a:ext cx="347472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Contactar a los propietarios de los sitios detectados en los informes de Data Access Governance.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Informarles de los archivos o carpetas compartidos en exceso.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que eliminen manualmente los accesos innecesarios.</a:t>
            </a:r>
            <a:endParaRPr lang="en-US" sz="115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Site Access Review para que revisen el contenido, quiten permisos o justifiquen la necesidad.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5 · Proteger sitios críticos para el negocio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administradores de SharePoint deben aplicar Restricted Access Control de forma preventiva en los sitios críticos.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7452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Restricted Access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Aplicarlo preventivamente sobre los sitios críticos para el negocio.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87452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download policy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Impedir las descargas desde los sitios seleccionados.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Grabaciones de Teams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67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Bloquear específicamente la descarga de grabaciones de reuniones.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3931920" cy="1188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20040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Cifrado con extract rights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767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Proteger los documentos de Office críticos para el negocio.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194560" y="141732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Privileged Identity Management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40280" y="2852928"/>
            <a:ext cx="1097280" cy="27432"/>
          </a:xfrm>
          <a:prstGeom prst="rect">
            <a:avLst/>
          </a:prstGeom>
          <a:solidFill>
            <a:srgbClr val="7FB3E0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035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Elevar privilegios de forma controlada con acceso just-in-time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 de PIM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Privileged Identity Management permite administrar, controlar y supervisar el acceso de los usuarios a recursos de Microsoft Entra ID, Azure y otros servicios de Microsoft, como Microsoft 365 e Intune.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 a los usuarios con roles privilegiados o administrativos.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 acceso administrativo just-in-time bajo demanda a:</a:t>
            </a:r>
            <a:endParaRPr lang="en-US" sz="1300" dirty="0"/>
          </a:p>
          <a:p>
            <a:pPr marL="355600" lvl="1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e Intune, recursos de Azure, grupos de recursos y recursos individuales como máquinas virtuales.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Mantiene un historial de activaciones administrativas y de los cambios realizados en recursos de Azure.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alertas ante cambios en las asignaciones administrativas.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requerir aprobación para activar roles administrativos privilegiados.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revisar la pertenencia a roles administrativos y exigir una justificación para mantenerla.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administrativo just-in-time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3108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3931920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tradicional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34747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administrador asigna permanentemente el rol administrativo al usuario.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realiza desde el Centro de administración de Microsoft Entra, otros portales o PowerShell.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mantiene privilegios elevados de forma continua (standing admin access).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31920" cy="310896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3931920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Administrador elegible con PIM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38528"/>
            <a:ext cx="34747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es elegible para el rol, pero no lo tiene activo de forma permanente.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Debe activar el rol cuando necesita realizar una tarea administrativa.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activación es temporal y dura un período predeterminado.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o elimina el acceso administrativo permanente.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Privileged Role Administrator (PRA)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PRA administra PIM y las asignaciones de roles privilegiados: determina qué usuarios necesitan privilegios elevados y les asigna los roles correspondientes.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615184" cy="1234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2615184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roles privilegiados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2157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qué roles requieren privilegios elevados y asignarlos según el negocio y el mínimo privilegio.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828800"/>
            <a:ext cx="2615184" cy="1234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828800"/>
            <a:ext cx="261518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0116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Gestionar el acceso JIT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93008" y="2395728"/>
            <a:ext cx="2157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políticas de acceso temporal y revisar, aprobar o rechazar solicitudes.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1828800"/>
            <a:ext cx="2615184" cy="1234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1828800"/>
            <a:ext cx="2615184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20116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Supervisar y auditar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54496" y="2395728"/>
            <a:ext cx="2157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registros e informes para detectar actividad no autorizada y actuar cuando corresponda.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2615184" cy="1234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2615184" cy="4572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cumplimiento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767328"/>
            <a:ext cx="2157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Alinear el acceso privilegiado con las políticas de seguridad y cumplimiento.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200400"/>
            <a:ext cx="2615184" cy="1234440"/>
          </a:xfrm>
          <a:prstGeom prst="rect">
            <a:avLst/>
          </a:prstGeom>
          <a:solidFill>
            <a:srgbClr val="F4F8FC"/>
          </a:solidFill>
          <a:ln w="12700">
            <a:solidFill>
              <a:srgbClr val="DC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200400"/>
            <a:ext cx="2615184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33832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 y capacitación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93008" y="3767328"/>
            <a:ext cx="21579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Establecer pautas y materiales sobre el uso seguro de cuentas privilegiadas.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25896" y="3200400"/>
            <a:ext cx="2615184" cy="123444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025896" y="3200400"/>
            <a:ext cx="2615184" cy="457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338328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disponibles en PIM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367588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integrados como Global Administrator, Exchange Administrator y SharePoint Administrator, además de roles personalizados.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la activación de un rol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usuario elegible debe activar el rol cuando necesite realizar acciones privilegiadas.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lugar de asignar permanentemente Global Administrator, se hace al usuario elegible para un rol como Exchange Online Administrator.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Durante la activación, PIM agrega temporalmente una asignación activa al rol.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desactivarse manualmente o al finalizar el período, PIM elimina esa asignación activa.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propagación del cambio puede depender de la arquitectura y la caché de cada aplicación.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8138160" cy="109728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383280"/>
            <a:ext cx="45720" cy="10972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el menor alcance de recursos necesario y utilizar la activación temporal para reducir la exposición de los privilegios elevados, aplicando el principio de mínimo privilegio.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C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 de activación de un rol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34416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Iniciar sesión en Microsoft Entra admin center.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5623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Acceder a Privileged Identity Management desde Identity governance.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236829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Tasks, seleccionar My roles.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07792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" y="288036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Eligible assignments, localizar el rol deseado.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" y="339242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Activate.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93192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90448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Realizar la verificación de seguridad adicional.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1371600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3208" y="134416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la MFA y seleccionar Activate.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1883664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3208" y="185623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Opcional: especificar un Scope reducido de recursos.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2395728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93208" y="236829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Opcional: establecer una hora de inicio personalizada.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2907792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93208" y="288036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Indicar el motivo en Reason.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3419856"/>
            <a:ext cx="274320" cy="27432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93208" y="339242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Activate.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3931920"/>
            <a:ext cx="274320" cy="274320"/>
          </a:xfrm>
          <a:prstGeom prst="ellipse">
            <a:avLst/>
          </a:prstGeom>
          <a:solidFill>
            <a:srgbClr val="2E7CC4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93208" y="390448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rol requiere aprobación, la solicitud queda pendiente.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clave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914400" cy="32004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5" name="Text 3"/>
          <p:cNvSpPr/>
          <p:nvPr/>
        </p:nvSpPr>
        <p:spPr>
          <a:xfrm>
            <a:off x="8321040" y="4709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99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Delegación controlada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Autorizar partners con el rol mínimo necesario (Full o Limited) y auditar periódicamente.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84248"/>
            <a:ext cx="813816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84248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 través de grupos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role-assignable e inmutables, con membresía Assigned y protegida frente a la autoelevación.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42616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15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acotado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20440" y="2715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administrativas limitan la administración por división, geografía o suborganización.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00984"/>
            <a:ext cx="813816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00984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741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protegidos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0440" y="33741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el uso compartido de SharePoint y corregir el oversharing con controles y informes.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59352"/>
            <a:ext cx="45720" cy="548640"/>
          </a:xfrm>
          <a:prstGeom prst="rect">
            <a:avLst/>
          </a:prstGeom>
          <a:solidFill>
            <a:srgbClr val="2E7CC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325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Privilegio mínimo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20440" y="4032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PIM sustituye el acceso permanente por activaciones temporales, aprobadas y auditadas.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2026-08-20T00:30:40Z</dcterms:modified>
</cp:coreProperties>
</file>