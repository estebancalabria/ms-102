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22BC4-7B77-F4B7-DFF2-C39760549353}" v="3" dt="2026-08-19T21:40:41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49240" cy="5143500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lustración abstracta de identidad y control de acceso seguro"/>
          <p:cNvPicPr>
            <a:picLocks noChangeAspect="1"/>
          </p:cNvPicPr>
          <p:nvPr/>
        </p:nvPicPr>
        <p:blipFill>
          <a:blip r:embed="rId3"/>
          <a:srcRect l="28287" r="28287"/>
          <a:stretch/>
        </p:blipFill>
        <p:spPr>
          <a:xfrm>
            <a:off x="5349240" y="0"/>
            <a:ext cx="3794760" cy="5143500"/>
          </a:xfrm>
          <a:prstGeom prst="rect">
            <a:avLst/>
          </a:prstGeom>
        </p:spPr>
      </p:pic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17320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permisos, portales de administración, roles integrados y mejores prácticas de seguridad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4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técnica para administradores de TI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 la sesión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Modelo de permisos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1815719"/>
            <a:ext cx="2157984" cy="87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ámbitos y asignaciones basados en Azure RBAC.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Tipos y categorías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15719"/>
            <a:ext cx="2157984" cy="87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globales, de servicio y de característica; administradores, lectores y aplicaciones.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Portales de administración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2022094"/>
            <a:ext cx="2157984" cy="670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365, Entra ID, Defender y Purview.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223260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Roles más utilizados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" y="3521075"/>
            <a:ext cx="2157984" cy="87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Global Administrator al Teams Administrator.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23260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Mejores prácticas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521075"/>
            <a:ext cx="2157984" cy="87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Mínimo privilegio, PIM, MFA y revisiones de acceso.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23260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Asignación de roles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18504" y="3521075"/>
            <a:ext cx="2157984" cy="87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center y Microsoft Graph PowerShell.</a:t>
            </a:r>
            <a:endParaRPr lang="en-US" sz="105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son los roles administrativos?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incluye roles administrativos que se asignan a usuarios según funciones empresariales comunes.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rol otorga permisos para realizar tareas específicas dentro de los centros de administración.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de permisos controla quién puede hacer qué y sobre qué recursos mediante roles, grupos de roles, ámbitos, asignaciones, unidades administrativas y PIM.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Alcanza servicios como Exchange Online, SharePoint Online, Teams y Microsoft Entra ID, e incluye la delegación a partners.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grupos de roles permiten asignar uno o más roles a un grupo: sus miembros heredan los permisos.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administrativas y PIM limitan el alcance y habilitan acceso just-in-time y just-enough-access.</a:t>
            </a:r>
            <a:endParaRPr lang="en-US" sz="135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  <a:prstDash val="solid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alphaModFix amt="55000"/>
          </a:blip>
          <a:srcRect l="27491" r="27491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084832"/>
            <a:ext cx="82296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permisos de Microsoft 365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6052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ámbitos y asignaciones sobre Azure RBAC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PERMISOS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Roles: conjuntos de permisos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35570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integrados (built-in)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1847469"/>
            <a:ext cx="3557016" cy="255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Predefinidos, cubren los escenarios más comunes. Más de 30 roles integrados en Microsoft 365, como Exchange Administrator, SharePoint Administrator, Teams Administrator y Security Reader.</a:t>
            </a:r>
            <a:endParaRPr lang="en-US" sz="12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17904"/>
            <a:ext cx="35570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personalizados (custom)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1847469"/>
            <a:ext cx="3557016" cy="255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crean para necesidades específicas, partiendo de un rol existente o desde cero, con permisos granulares sobre recursos o acciones concretas.</a:t>
            </a:r>
            <a:endParaRPr lang="en-US" sz="120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PERMISOS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Ámbitos y asignaciones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Directory scopes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1831594"/>
            <a:ext cx="3557016" cy="86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Basados en la estructura organizativa: limitan el rol a grupos, sitios, equipos, ubicaciones, departamentos o cargos.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17904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scopes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831594"/>
            <a:ext cx="3557016" cy="86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Basados en el servicio o aplicación: Exchange Online, SharePoint Online o Teams, o condiciones como tipos de buzón o colecciones de sitios.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223260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assignments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" y="3536950"/>
            <a:ext cx="3557016" cy="86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rol se asigna directamente a un usuario o a un grupo.</a:t>
            </a:r>
            <a:endParaRPr lang="en-US" sz="11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076956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223260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Indirect assignments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536950"/>
            <a:ext cx="3557016" cy="86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permisos se conceden mediante membresías o reglas, de forma dinámica según los cambios de membresía. Admiten roles personalizados y ámbitos de administración.</a:t>
            </a:r>
            <a:endParaRPr lang="en-US" sz="1100" dirty="0"/>
          </a:p>
        </p:txBody>
      </p:sp>
      <p:sp>
        <p:nvSpPr>
          <p:cNvPr id="22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y categorías de roles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roles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1807782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de alto nivel en todos los servicios: Global Administrator, Global Reader, Power Platform Administrator.</a:t>
            </a:r>
            <a:endParaRPr lang="en-US" sz="10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Service-specific roles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1807782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Administran un servicio concreto: Exchange Online, SharePoint Online, Teams u OneDrive.</a:t>
            </a:r>
            <a:endParaRPr lang="en-US" sz="10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Feature-specific roles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8504" y="1807782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Administran una característica: seguridad, cumplimiento o administración de dispositivos.</a:t>
            </a:r>
            <a:endParaRPr lang="en-US" sz="10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223260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roles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" y="3513138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Gestionan usuarios, dispositivos, licencias, políticas, configuraciones y reportes.</a:t>
            </a:r>
            <a:endParaRPr lang="en-US" sz="10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23260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Reader roles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20440" y="3513138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 información y reportes sin realizar modificaciones.</a:t>
            </a:r>
            <a:endParaRPr lang="en-US" sz="10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23260"/>
            <a:ext cx="2157984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roles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18504" y="3513138"/>
            <a:ext cx="2157984" cy="88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 acceso a aplicaciones como Power BI, Power Apps o Power Automate, sin capacidades administrativas.</a:t>
            </a:r>
            <a:endParaRPr lang="en-US" sz="100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  <a:prstDash val="solid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alphaModFix amt="55000"/>
          </a:blip>
          <a:srcRect l="26573" r="26573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084832"/>
            <a:ext cx="82296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6052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vive cada conjunto de roles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MICROSOFT 365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y sus roles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15773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Servicio o aplicación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Ubicación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365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integrados y personalizados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365 admin center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Entra 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de gobernanza de datos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Entra ID portal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Defender XDR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de seguridad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Defender portal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Purview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de catálogo de datos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Purview portal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Nota: Azure Active Directory (Azure AD) ahora se denomina Microsoft Entra ID.</a:t>
            </a:r>
            <a:endParaRPr lang="en-US" sz="1000" dirty="0"/>
          </a:p>
        </p:txBody>
      </p:sp>
      <p:sp>
        <p:nvSpPr>
          <p:cNvPr id="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6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admin center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principal lugar para administrar roles integrados y personalizados de gran parte de la plataforma.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administrar roles de Microsoft Entra, Exchange e Intune, y crear role groups (grupos asignables a roles) cuyos miembros heredan los roles.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 y grupos: creación y administración de cuentas, grupos y asignación de roles y permisos.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RBAC: asignación de roles predefinidos como Global Administrator, User Management Administrator, Exchange Administrator y SharePoint Administrator.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específicos de servicios: Exchange Online, SharePoint Online, OneDrive y Teams.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de aplicaciones: integraciones y consentimiento para aplicaciones externas que acceden a datos de Microsoft 365.</a:t>
            </a:r>
            <a:endParaRPr lang="en-US" sz="13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 los roles y sus identidades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con alcance sobre todo el tenant. Se asignan a usuarios y a grupos asignables a roles.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 workload. Se asignan a usuarios y grupos habilitados para correo. Los grupos de roles se crean en Exchange Online, pero no se asignan desde Microsoft 365.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y Purview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 workload. Las asignaciones de Intune se realizan sobre grupos de seguridad.</a:t>
            </a:r>
            <a:endParaRPr lang="en-US" sz="1100" dirty="0"/>
          </a:p>
        </p:txBody>
      </p:sp>
      <p:sp>
        <p:nvSpPr>
          <p:cNvPr id="1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generales frente a roles del servicio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Administrator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1831594"/>
            <a:ext cx="3557016" cy="256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 buzones, grupos y políticas de Exchange Online, pero no necesariamente tareas avanzadas como conectores, reglas de transporte y flujo de correo: requieren roles más granulares del Exchange admin center.</a:t>
            </a:r>
            <a:endParaRPr lang="en-US" sz="11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17904"/>
            <a:ext cx="35570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Administrator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831594"/>
            <a:ext cx="3557016" cy="256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Otorga permisos amplios sobre los servicios de seguridad, pero no todos los del portal Microsoft Defender. Incidentes, investigaciones o roles RBAC personalizados pueden requerir roles propios de Defender.</a:t>
            </a:r>
            <a:endParaRPr lang="en-US" sz="115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portal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Identity as a Service (IaaS) para administrar identidad y acceso: identidades, políticas de acceso y gobernanza.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derivados de Microsoft 365, como Identity Administrator e Identity Reader, y roles propios, como Identity Governance Administrator y Entitlement Management Administrator.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Access: políticas de acceso basadas en ubicación, dispositivo y riesgo.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Risk-based authentication: evaluación del riesgo según comportamiento y contexto.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insights and monitoring: visibilidad sobre identidades, inicios de sesión y uso de licencias.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Passwordless authentication y data residency and security.</a:t>
            </a:r>
            <a:endParaRPr lang="en-US" sz="13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portal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 centralizada para protección, detección, investigación y respuesta frente a amenazas: incidentes, investigaciones y acciones de seguridad.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derivados de Microsoft 365, como Security Administrator y Security Reader, y propios, como Incident Responder y Threat Hunter.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investigation: investigación y respuesta ante amenazas.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management: seguimiento, asignación y resolución de incidentes.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hunting: consultas con Kusto Query Language sobre amenazas e indicadores de compromiso.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analytics e integración con Defender for Endpoint, Defender for Office 365 y Microsoft Cloud App Security.</a:t>
            </a:r>
            <a:endParaRPr lang="en-US" sz="13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 DE 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portal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para administrar requisitos regulatorios y de cumplimiento, riesgos y protección de datos sensibles.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roles son un subconjunto de los de Microsoft Entra: derivados como Compliance Administrator y Compliance Reader, y propios como Data Source Administrator y Data Asset Curator.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management: políticas de cumplimiento.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protection: DLP, information barriers, sensitivity labels y gobernanza de datos.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and insights: Compliance Score, análisis y recomendaciones.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E-discovery y legal hold, compliance reporting and auditing, y colaboración y capacitación.</a:t>
            </a:r>
            <a:endParaRPr lang="en-US" sz="13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  <a:prstDash val="solid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alphaModFix amt="55000"/>
          </a:blip>
          <a:srcRect l="29072" r="29072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084832"/>
            <a:ext cx="82296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más utilizados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6052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habilita cada rol integrado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los roles con cuidado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roles integrados de la suscripción se asignan desde el Microsoft 365 admin center y corresponden a funciones empresariales comunes.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administra roles de Microsoft Entra e Intune, aunque son solo un subconjunto de los disponibles en sus centros de administración.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Deben asignarse cuidadosamente: dan acceso a datos y configuraciones sensibles.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administrar permisos se requiere ser Global Administrator o miembro del grupo de roles Organization Management.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rol Role Management permite ver, crear y modificar grupos de roles en Microsoft Defender y está asignado de forma predeterminada a Organization Management.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Online usa un modelo similar a Azure RBAC más permisos individuales de buzón; SharePoint Online usa grupos de seguridad y niveles de permisos.</a:t>
            </a:r>
            <a:endParaRPr lang="en-US" sz="125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Recomendaciones de seguridad al asignar roles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1584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Recomendación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Motivo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Mantener entre 2 y 4 Global Administrators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necesitan al menos dos para situaciones como el bloqueo de cuentas, pero un exceso aumenta el riesgo de seguridad.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Asignar el rol menos permisivo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administrador debe recibir únicamente los permisos necesarios para realizar su trabajo.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Requerir MFA para administradores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Protege las cuentas incluso si la contraseña queda comprometida.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roles se consultan en Role assignments: la pestaña Permissions muestra las tareas permitidas y Assigned admins permite agregar usuarios.</a:t>
            </a:r>
            <a:endParaRPr lang="en-US" sz="1000" dirty="0"/>
          </a:p>
        </p:txBody>
      </p:sp>
      <p:sp>
        <p:nvSpPr>
          <p:cNvPr id="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MÁS UTILIZADOS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clave de la organización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35570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Administrator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1847469"/>
            <a:ext cx="3557016" cy="255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casi todas las funciones administrativas de Entra ID y de los servicios que usan sus identidades: Defender, Purview, Exchange y SharePoint. Restablece contraseñas, administra dominios, desbloquea a otros Global Administrators y eleva su acceso a Azure. No puede eliminar su propia asignación.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3941064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17904"/>
            <a:ext cx="35570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Reader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1847469"/>
            <a:ext cx="3557016" cy="255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Alternativa de solo lectura: lee configuraciones e información administrativa para planificación, auditorías e investigaciones. Se combina con roles limitados como Exchange Administrator y funciona en Microsoft 365, Exchange, SharePoint, Teams, Defender, Purview, Azure y Device Management.</a:t>
            </a:r>
            <a:endParaRPr lang="en-US" sz="110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MÁS UTILIZADOS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Facturación, cumplimiento y correo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Administrator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Compras, suscripciones, solicitudes de servicio, estado de los servicios, facturación y tickets de soporte en el Microsoft Entra admin center.</a:t>
            </a:r>
            <a:endParaRPr lang="en-US" sz="10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Administrator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normativo, casos de eDiscovery, políticas de gobernanza y cumplimiento, alertas, investigaciones legales y Data Subject Requests.</a:t>
            </a:r>
            <a:endParaRPr lang="en-US" sz="10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Administrator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Buzones, Microsoft 365 Groups, flujo de mensajes, retención, uso compartido, delegados Send As y Send on Behalf y filtros antispam. Se recomienda añadir Service Administrator.</a:t>
            </a:r>
            <a:endParaRPr lang="en-US" sz="1000" dirty="0"/>
          </a:p>
        </p:txBody>
      </p:sp>
      <p:sp>
        <p:nvSpPr>
          <p:cNvPr id="1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MÁS UTILIZADOS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Usuarios, grupos, soporte y licencias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Administrator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Crea, edita, elimina y restaura Microsoft 365 Groups; administra políticas de creación, expiración y nomenclatura, y grupos de seguridad de Entra.</a:t>
            </a:r>
            <a:endParaRPr lang="en-US" sz="10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Helpdesk Administrator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Restablece contraseñas, fuerza el cierre de sesión, invalida refresh tokens, administra solicitudes de soporte y supervisa el estado de los servicios.</a:t>
            </a:r>
            <a:endParaRPr lang="en-US" sz="10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Administrator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usuarios y grupos, asigna licencias y administra propiedades, vistas, políticas de contraseñas, restauración de usuarios y claves FIDO.</a:t>
            </a:r>
            <a:endParaRPr lang="en-US" sz="10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Administrator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y actualiza asignaciones de licencias, licencias basadas en grupos y ubicación de uso. No compra ni administra suscripciones.</a:t>
            </a:r>
            <a:endParaRPr lang="en-US" sz="10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Administrator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Restablece contraseñas de usuarios no administradores y de otros Password Administrators, con capacidades limitadas.</a:t>
            </a:r>
            <a:endParaRPr lang="en-US" sz="10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Center Reader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18504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Supervisa notificaciones y actualizaciones, recibe resúmenes semanales y comparte publicaciones. No administra tickets de soporte.</a:t>
            </a:r>
            <a:endParaRPr lang="en-US" sz="100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MÁS UTILIZADOS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Servicios, seguridad y reportes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Administrator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Políticas de seguridad, analítica, amenazas y alertas, roles, machine groups, remediación automatizada y protección de contraseñas. Cubre Defender, Entra ID Protection y Purview.</a:t>
            </a:r>
            <a:endParaRPr lang="en-US" sz="10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Administrator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Sitios, colecciones de sitios, configuración global, Microsoft 365 Groups, perfiles de usuario, conexiones BCS, búsqueda y configuraciones híbridas.</a:t>
            </a:r>
            <a:endParaRPr lang="en-US" sz="10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Administrator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Telefonía, mensajería, reuniones, equipos, Microsoft 365 Groups, conference bridges, federation y solución de problemas de comunicación.</a:t>
            </a:r>
            <a:endParaRPr lang="en-US" sz="10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Apps Administrator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y políticas cloud de las aplicaciones de Microsoft 365, descargas de autoservicio y contenido What's New.</a:t>
            </a:r>
            <a:endParaRPr lang="en-US" sz="10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23260"/>
            <a:ext cx="2157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Administrator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3695700"/>
            <a:ext cx="2157984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administrativas de Power Apps, flows, políticas de prevención de pérdida de datos, solicitudes de servicio y estado de los servicios.</a:t>
            </a:r>
            <a:endParaRPr lang="en-US" sz="10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23260"/>
            <a:ext cx="2157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Reader / Service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18504" y="3695700"/>
            <a:ext cx="2157984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Reader consulta uso, dashboards, actividad y logs. Service Support Administrator gestiona solicitudes de soporte y el Message Center.</a:t>
            </a:r>
            <a:endParaRPr lang="en-US" sz="100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  <a:prstDash val="solid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alphaModFix amt="55000"/>
          </a:blip>
          <a:srcRect l="27491" r="27491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084832"/>
            <a:ext cx="82296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Mejores prácticas de configuración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6052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Mínimo privilegio, PIM, MFA y revisiones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MEJORES PRÁCTICAS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Siete prácticas recomendadas (1-4)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35570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Mínimo privilegio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1823657"/>
            <a:ext cx="3557016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Otorgar exactamente los permisos necesarios considerando permisos, ámbito y período de tiempo. Entra RBAC admite más de 65 roles integrados; si ninguno encaja, se crean roles personalizados.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17904"/>
            <a:ext cx="35570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PIM para acceso just-in-time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19472" y="1823657"/>
            <a:ext cx="3557016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es miembro elegible y activa el rol por un tiempo limitado. PIM retira el acceso al finalizar, puede exigir aprobación y notificar activaciones y altas en roles muy privilegiados.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223260"/>
            <a:ext cx="35570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MFA en todas las cuentas admin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2376" y="3529013"/>
            <a:ext cx="3557016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desde PIM o Conditional Access. Según los estudios mencionados, MFA reduce en un 99,9 % la probabilidad de que las cuentas sean comprometidas.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076956"/>
            <a:ext cx="3941064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223260"/>
            <a:ext cx="35570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Revisiones periódicas de acceso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9472" y="3529013"/>
            <a:ext cx="3557016" cy="86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Access Reviews verifican que solo las personas adecuadas conserven permisos: una cuenta puede ser comprometida y los usuarios acumulan permisos al cambiar de equipo.</a:t>
            </a:r>
            <a:endParaRPr lang="en-US" sz="1050" dirty="0"/>
          </a:p>
        </p:txBody>
      </p:sp>
      <p:sp>
        <p:nvSpPr>
          <p:cNvPr id="22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MEJORES PRÁCTICAS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Siete prácticas recomendadas (5-7)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Menos de cinco Global Administrators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" y="2022094"/>
            <a:ext cx="2157984" cy="237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la superficie de ataque. Todas las cuentas deben protegerse con MFA y conviene mantener dos cuentas break glass permanentes que no dependan del mismo mecanismo de MFA.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Grupos y delegación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roles a grupos de Microsoft Entra cuando existe gobernanza externa basada en grupos. Los grupos asignables a roles se administran con PIM; su propietario decide indirectamente quién recibe el rol.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3154680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3154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Cuentas cloud-native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1815719"/>
            <a:ext cx="2157984" cy="258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cuentas sincronizadas desde entornos on-premises: si una se compromete, también podrían comprometerse los recursos de Microsoft Entra.</a:t>
            </a:r>
            <a:endParaRPr lang="en-US" sz="1050" dirty="0"/>
          </a:p>
        </p:txBody>
      </p:sp>
      <p:sp>
        <p:nvSpPr>
          <p:cNvPr id="1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3260"/>
          </a:solidFill>
          <a:ln w="12700">
            <a:solidFill>
              <a:srgbClr val="0A3260"/>
            </a:solidFill>
            <a:prstDash val="solid"/>
          </a:ln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alphaModFix amt="55000"/>
          </a:blip>
          <a:srcRect l="26573" r="26573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2084832"/>
            <a:ext cx="82296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de roles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6052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center y Microsoft Graph PowerShell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roles desde el Microsoft 365 admin center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roles no son mutuamente excluyentes: un usuario puede tener Exchange Administrator, SharePoint Administrator y User Management Administrator a la vez.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basan en grupos de Microsoft Entra que no aparecen en el Entra admin center, pero se asignan desde Microsoft 365 o PowerShell. Se requiere una cuenta Global Administrator.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Users &gt; Active Users y seleccionar el usuario.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Roles, seleccionar Edit.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User (sin acceso administrativo), Global administrator o Customized administrator para seleccionar roles concretos.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Indicar un Alternative email address para notificaciones importantes, incluido el restablecimiento de contraseña administrativa, y seleccionar Save.</a:t>
            </a:r>
            <a:endParaRPr lang="en-US" sz="125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POWERSHELL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usuarios y roles con PowerShell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Conectar y listar usuarios (se necesita el Object ID del usuario y del rol)</a:t>
            </a:r>
            <a:endParaRPr lang="en-US" sz="1100" dirty="0"/>
          </a:p>
        </p:txBody>
      </p:sp>
      <p:sp>
        <p:nvSpPr>
          <p:cNvPr id="7" name="Bloque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8138160" cy="969264"/>
          </a:xfrm>
          <a:prstGeom prst="rect">
            <a:avLst/>
          </a:prstGeom>
          <a:solidFill>
            <a:srgbClr val="0E2A45"/>
          </a:solidFill>
          <a:ln w="12700">
            <a:solidFill>
              <a:srgbClr val="0E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1907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Install-Module Microsoft.Graph -Scope CurrentUser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Import-Module Microsoft.Graph.Identity.DirectoryManagement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Connect-MgGraph -Scopes 'User.Read.All', 'RoleManagement.ReadWrite.Directory'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Get-MgUser -All | Format-List ID, DisplayName, Mail, UserPrincipalName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los roles activados (solo se muestran los roles activados)</a:t>
            </a:r>
            <a:endParaRPr lang="en-US" sz="1100" dirty="0"/>
          </a:p>
        </p:txBody>
      </p:sp>
      <p:sp>
        <p:nvSpPr>
          <p:cNvPr id="10" name="Bloque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420624"/>
          </a:xfrm>
          <a:prstGeom prst="rect">
            <a:avLst/>
          </a:prstGeom>
          <a:solidFill>
            <a:srgbClr val="0E2A45"/>
          </a:solidFill>
          <a:ln w="12700">
            <a:solidFill>
              <a:srgbClr val="0E2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45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Get-MgDirectoryRole | Format-List</a:t>
            </a:r>
            <a:endParaRPr lang="en-US" sz="1000" dirty="0"/>
          </a:p>
        </p:txBody>
      </p:sp>
      <p:sp>
        <p:nvSpPr>
          <p:cNvPr id="12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POWERSHELL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Activar y asignar un rol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un rol ya activado a un usuario</a:t>
            </a:r>
            <a:endParaRPr lang="en-US" sz="1100" dirty="0"/>
          </a:p>
        </p:txBody>
      </p:sp>
      <p:sp>
        <p:nvSpPr>
          <p:cNvPr id="7" name="Bloque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8138160" cy="969264"/>
          </a:xfrm>
          <a:prstGeom prst="rect">
            <a:avLst/>
          </a:prstGeom>
          <a:solidFill>
            <a:srgbClr val="0E2A45"/>
          </a:solidFill>
          <a:ln w="12700">
            <a:solidFill>
              <a:srgbClr val="0E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1907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$UserObjectId = @{ "@odata.id" = "https://graph.microsoft.com/v1.0/directoryObjects/e4e2b110-8d4f-434f-a990-7cd63e23aed6"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New-MgDirectoryRoleMemberByRef -DirectoryRoleId 'a2d10e79-df32-47fc-86ef-64d199860810' -BodyParameter $UserObjectId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Activar un rol mediante su template (por ejemplo, Helpdesk Administrator)</a:t>
            </a:r>
            <a:endParaRPr lang="en-US" sz="1100" dirty="0"/>
          </a:p>
        </p:txBody>
      </p:sp>
      <p:sp>
        <p:nvSpPr>
          <p:cNvPr id="10" name="Bloque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786384"/>
          </a:xfrm>
          <a:prstGeom prst="rect">
            <a:avLst/>
          </a:prstGeom>
          <a:solidFill>
            <a:srgbClr val="0E2A45"/>
          </a:solidFill>
          <a:ln w="12700">
            <a:solidFill>
              <a:srgbClr val="0E2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4553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Get-MgDirectoryRoleTemplate -All | Format-List ID, DisplayName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New-MgDirectoryRole -roleTemplateId '95e79109-95c0-4d8e-aee3-d01accf2d47b'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D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Get-MgDirectoryRole | Format-List</a:t>
            </a:r>
            <a:endParaRPr lang="en-US" sz="1000" dirty="0"/>
          </a:p>
        </p:txBody>
      </p:sp>
      <p:sp>
        <p:nvSpPr>
          <p:cNvPr id="12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B3C71"/>
          </a:solidFill>
          <a:ln w="12700">
            <a:solidFill>
              <a:srgbClr val="0B3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Conceptos fundamentales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97280"/>
            <a:ext cx="1005840" cy="411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17904"/>
            <a:ext cx="2157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scopes y assignments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990344"/>
            <a:ext cx="2157984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roles definen qué acciones pueden realizarse, los scopes limitan dónde se aplican y las asignaciones vinculan ambos con usuarios o grupos.</a:t>
            </a:r>
            <a:endParaRPr lang="en-US" sz="10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Permiten asignar roles mediante grupos: sus miembros heredan los permisos y se centraliza la delegación.</a:t>
            </a:r>
            <a:endParaRPr lang="en-US" sz="10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517904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1799844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Microsoft 365 admin center administra los roles generales; Entra, Defender y Purview mantienen roles propios y más granulares.</a:t>
            </a:r>
            <a:endParaRPr lang="en-US" sz="10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Least privilege y PIM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solo los permisos necesarios, sobre el alcance necesario y durante el tiempo necesario, con acceso just-in-time.</a:t>
            </a:r>
            <a:endParaRPr lang="en-US" sz="10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23260"/>
            <a:ext cx="2157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MFA y Access Reviews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3505200"/>
            <a:ext cx="2157984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MFA protege las cuentas administrativas y las revisiones retiran los permisos que ya no son necesarios.</a:t>
            </a:r>
            <a:endParaRPr lang="en-US" sz="10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2542032" cy="1449324"/>
          </a:xfrm>
          <a:prstGeom prst="rect">
            <a:avLst/>
          </a:prstGeom>
          <a:solidFill>
            <a:srgbClr val="F2F6FA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6956"/>
            <a:ext cx="54864" cy="14493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23260"/>
            <a:ext cx="2157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Administrator y cuentas cloud-native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18504" y="3695700"/>
            <a:ext cx="2157984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Limitar Global Administrator a menos de cinco personas y preferir cuentas cloud-native para los roles de Microsoft Entra.</a:t>
            </a:r>
            <a:endParaRPr lang="en-US" sz="100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73168"/>
            <a:ext cx="8138160" cy="10973"/>
          </a:xfrm>
          <a:prstGeom prst="rect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administrativos en Microsoft 365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28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2788920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30175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D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privilegio, acceso just-in-time y MFA: la base de una administración segura de Microsoft 365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2026-08-19T21:47:37Z</dcterms:modified>
</cp:coreProperties>
</file>